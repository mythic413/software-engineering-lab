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2" r:id="rId6"/>
    <p:sldId id="263" r:id="rId7"/>
    <p:sldId id="265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31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6527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Hosting Plan                                                                   User Access &amp; Architecture                                                                 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Host Site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Netlify or Vercel (free tier, global CDN)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static files (React build / plain HTML-CSS-JS)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Render.com or AWS EC2 (t2.micro free tier)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Node.js / Python Flask as a containerised service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(cloud-managed) or AWS RDS (PostgreSQL)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— no manual server setup needed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via JWT tokens; optionally Firebase Auth or Auth0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Deployment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Frontend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 → Netlify auto-deploys on each commit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environment variables (API base URL) in Netlify dashboard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Backend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 app (or use Render's native Node.js build pack)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PORT, DB_URI, JWT_SECRET as environment variables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REST endpoints on /api/* routes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Database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cluster on MongoDB Atlas → whitelist backend server IP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connection string to backend via environment variable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API Communication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backend via fetch/axios using HTTPS REST calls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 on backend to allow only the frontend domain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Security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served over HTTPS; SSL certificates via Let's Encrypt (auto on Netlify/Render)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Authorisation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issued on login; attached as Bearer token in request headers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validated via middleware before reaching controllers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inputs sanitised on the backend (e.g. express-validator)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SQL/NoSQL injection and XSS attacks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Secrets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credentials; all secrets stored in platform environment variables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IP whitelist; strong admin credentials; no public cluster access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How End Users Access the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Method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open a web browser or mobile app and navigate to the deployed frontend URL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required — app is served from CDN (Netlify/Vercel)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credentials → Backend validates → JWT token issued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browser (localStorage / httpOnly cookie)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subsequent API requests carry the token in the Authorization header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HTTPS REST requests to the backend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responds with JSON data; frontend re-renders UI accordingly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users: can access public pages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users: can access protected features (CRUD operations, dashboard)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System Architecture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(Browser/App)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572768"/>
            <a:ext cx="640080" cy="0"/>
          </a:xfrm>
          <a:prstGeom prst="line">
            <a:avLst/>
          </a:prstGeom>
          <a:noFill/>
          <a:ln w="25400">
            <a:solidFill>
              <a:srgbClr val="2E3F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19072" y="14173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77440" y="10972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BF5FF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377440" y="10972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/ HTML)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/ Vercel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572768"/>
            <a:ext cx="594360" cy="0"/>
          </a:xfrm>
          <a:prstGeom prst="line">
            <a:avLst/>
          </a:prstGeom>
          <a:noFill/>
          <a:ln w="25400">
            <a:solidFill>
              <a:srgbClr val="2E3F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05072" y="1417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EEF8EE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17720" y="109728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/ Flask)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AWS EC2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572768"/>
            <a:ext cx="594360" cy="0"/>
          </a:xfrm>
          <a:prstGeom prst="line">
            <a:avLst/>
          </a:prstGeom>
          <a:noFill/>
          <a:ln w="25400">
            <a:solidFill>
              <a:srgbClr val="2E3F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9360" y="1417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8E7"/>
          </a:solidFill>
          <a:ln w="1905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03720" y="10972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7744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1772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0372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697480"/>
            <a:ext cx="8275320" cy="457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28346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app → Frontend served from CDN → User action triggers REST API call → Backend processes request → Queries DB → Response returned to Frontend → UI updates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9184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3E8FF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32918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Service (JWT / OAuth2)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user identity on each protected request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29184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FDECEA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17720" y="32918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Third-party APIs / Services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Email (SendGrid), Storage (S3), Maps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Component 1: User Registration &amp; Login API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backend; MongoDB (Mongoose) for storage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Implemented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/api/auth/register — hashes password (bcrypt), saves user, returns 201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— validates credentials, issues JWT (expires 7d)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authMiddleware.js — verifies JWT on protected routes before passing to controller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Interaction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form → POST /api/auth/login → receives { token } → stored in localStorage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requests include Authorization: Bearer &lt;token&gt; header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via Postman; 200 on valid login, 401 on wrong credentials, 400 on missing fields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Code available in /server/routes/auth.js and /server/middleware/auth.js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Component 2: Data CRUD Service (e.g. Task Manager)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+ Node/Express backend + MongoDB Atlas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Implemented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/api/tasks — fetch all tasks for logged-in user (auth required)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/api/tasks — create new task; returns saved document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/api/tasks/:id — update task status/title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/api/tasks/:id — remove task by ID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Interaction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calls API via axios; response updates React state → UI re-renders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 automatically attached using an axios interceptor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Features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 → appears in list without page reload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 → status updated in DB and reflected in frontend instantly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Code available in /client/src/components/TaskList.jsx and /server/routes/tasks.js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Component Interaction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/ Login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form (React) → POST /api/auth → JWT returned → stored client-side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Data Access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sends GET /api/tasks with JWT → Middleware verifies → Controller queries DB → JSON response → UI update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Update / Delete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on UI → axios call with token → DB operation → updated data returned → state updated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returns appropriate HTTP codes (400, 401, 404, 500)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displays toast/alert messages to the user based on response status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Both Components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 Netlify (env var: REACT_APP_API_URL)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on Render.com (env var: MONGO_URI, JWT_SECRET)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Both components run independently and communicate only via documented REST API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1017</Words>
  <Application>Microsoft Office PowerPoint</Application>
  <PresentationFormat>On-screen Show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331 - Assignment 5</dc:title>
  <dc:subject>PptxGenJS Presentation</dc:subject>
  <dc:creator>PptxGenJS</dc:creator>
  <cp:lastModifiedBy>Yash Sharma</cp:lastModifiedBy>
  <cp:revision>2</cp:revision>
  <dcterms:created xsi:type="dcterms:W3CDTF">2026-03-15T14:57:23Z</dcterms:created>
  <dcterms:modified xsi:type="dcterms:W3CDTF">2026-03-16T04:16:43Z</dcterms:modified>
</cp:coreProperties>
</file>